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6070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76FC1"/>
                </a:solidFill>
                <a:latin typeface="Microsoft YaHei"/>
              </a:rPr>
              <a:t>创策云 UniPlan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2243C"/>
                </a:solidFill>
                <a:latin typeface="Microsoft YaHei"/>
              </a:rPr>
              <a:t>面向大学生创新创业项目的 AI 协作与商业计划书平台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8961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6178"/>
                </a:solidFill>
                <a:latin typeface="Microsoft YaHei"/>
              </a:rPr>
              <a:t>课程名称：大学生创新创业与就业指导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8961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6178"/>
                </a:solidFill>
                <a:latin typeface="Microsoft YaHei"/>
              </a:rPr>
              <a:t>团队成员：待补充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蓝白科技风封面，放置平台首页截图或“学生团队 + AI + 商业计划书”的组合图示。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项目来源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来源于大学生小组作业、创新创业课程和竞赛项目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典型任务：选题、问卷、资料整理、商业计划书、PPT、课堂汇报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当前问题：工具很多，但流程不连贯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用流程箭头展示“选题—调研—计划书—PPT—汇报”。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用户痛点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选题难：不知道专业方向如何转化为创业项目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资料散：政策、竞品、问卷、访谈分散在不同地方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分工乱：成员任务不清楚，进度靠群消息催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写作难：商业计划书结构复杂，市场和财务部分难写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版本乱：计划书和 PPT 多人修改后容易不一致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五个痛点卡片或痛点矩阵。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调研设计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问卷主题：大学生小组项目协作与商业计划书写作痛点调研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对象：在校大学生，尤其是参加过小组项目的学生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模块：基本信息、协作痛点、写作困难、AI 接受度、付费意愿、开放建议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样本数量：【待问卷调研后补充】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问卷模块结构图。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目标用户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创新创业课程小组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创新创业竞赛团队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大学生创新创业训练计划团队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指导教师、助教和创新创业中心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四类用户画像卡片。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产品定位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一句话定位：面向大学生创新创业项目的 AI 协作平台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核心价值：把选题、调研、写作、PPT 和分工放在一个工作台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使用原则：AI 辅助，不替代真实调研和人工判断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中心圆为“创策云”，周围连接“选题、调研、计划书、PPT、看板、版本”。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核心功能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选题分析：从专业方向生成项目建议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资料整理：集中管理政策、竞品和访谈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问卷调研：生成问卷与分析模板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商业计划书生成：按章节输出草稿和提示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PPT 大纲：生成页面内容与讲稿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功能模块六宫格。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原型展示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已完成 React + Vite 前端原型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包含：首页、功能介绍、项目工作台、商业计划书生成页、任务看板页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静态模拟数据，不接真实 AI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插入 3—5 张原型截图，或现场切换网页演示。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商业计划书支持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按教材创业计划书格式组织章节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支持执行概要、公司概述、产品服务、市场分析、营销计划、财务风险等内容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对真实数据位置标注：【待问卷调研后补充】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计划书目录截图或章节树。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免费基础版：项目创建、基础大纲、任务看板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学生会员版：更多模板、更多 AI 生成次数、版本记录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高校课程版：班级项目管理、材料导出、教师反馈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竞赛服务包：路演问答、项目诊断、PPT 优化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商业模式九要素简表。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营销计划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校园冷启动：从本课程和同专业小组试用开始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内容推广：分享计划书模板、问卷模板、PPT 结构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教师合作：争取课程教师或助教推荐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竞赛节点：围绕报名和路演阶段推广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校园推广路径图。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团队分工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项目负责人：统筹方向与进度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市场调研负责人：问卷、访谈和数据分析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产品与原型负责人：功能流程和前端原型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商业计划书负责人：正文撰写和格式整理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PPT 与汇报负责人：视觉设计和课堂讲稿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团队组织结构图或分工表。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财务与融资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课程阶段：不进行真实融资，以原型和调研验证为主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成本：开发时间、服务器、AI 调用、推广物料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收入：学生会员、高校课程版、竞赛服务包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财务数据：【待问卷调研后补充】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成本与收入两栏对比图。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风险应对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内容真实性风险：AI 结果需人工核验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教育合规风险：强调辅助学习，不替代作业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付费意愿风险：提供免费基础版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竞争风险：聚焦高校创新创业场景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团队执行风险：用分工表和时间计划管理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风险—应对表。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76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228600"/>
          </a:xfrm>
          <a:prstGeom prst="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243C"/>
                </a:solidFill>
                <a:latin typeface="Microsoft YaHei"/>
              </a:rPr>
              <a:t>发展规划与总结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65836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第一阶段：完成项目骨架和原型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第二阶段：完善作业包、问卷和 PPT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第三阶段：校内小范围试用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第四阶段：接入真实 AI 和教师端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2243C"/>
                </a:solidFill>
                <a:latin typeface="Microsoft YaHei"/>
              </a:rPr>
              <a:t>总结：让大学生创新创业项目更清晰、更协作、更可信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371600"/>
            <a:ext cx="3566160" cy="4069080"/>
          </a:xfrm>
          <a:prstGeom prst="rect">
            <a:avLst/>
          </a:prstGeom>
          <a:solidFill>
            <a:srgbClr val="EFF6FC"/>
          </a:solidFill>
          <a:ln>
            <a:solidFill>
              <a:srgbClr val="C4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6FC1"/>
                </a:solidFill>
                <a:latin typeface="Microsoft YaHei"/>
              </a:rPr>
              <a:t>图示建议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194560"/>
            <a:ext cx="3108960" cy="2971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6178"/>
                </a:solidFill>
                <a:latin typeface="Microsoft YaHei"/>
              </a:rPr>
              <a:t>四阶段路线图。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30936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176FC1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